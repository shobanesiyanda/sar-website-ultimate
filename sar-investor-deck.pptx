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Shobane African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Mineral Development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Commodity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Coal • Chrome • Manganese • Lithium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Mpumalanga Coal</a:t>
            </a:r>
          </a:p>
          <a:p>
            <a:r>
              <a:t>North West Chrome</a:t>
            </a:r>
          </a:p>
          <a:p>
            <a:r>
              <a:t>Kalahari Manganese</a:t>
            </a:r>
          </a:p>
          <a:p>
            <a:r>
              <a:t>Lithium Belt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African mineral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invest@sarresources.com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